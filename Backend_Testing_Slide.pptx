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· Jest + Supertest · 100% Coverage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Property Search  ·  Xindi Chen  ·  IDX Exchange Internship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2148840" cy="2286000"/>
          </a:xfrm>
          <a:prstGeom prst="roundRect">
            <a:avLst>
              <a:gd name="adj" fmla="val 6383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298448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43230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· Branches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· Lines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2834640"/>
            <a:ext cx="141732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7121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tests · 1 suite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1143000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4F8FB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44368" y="1197864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088" y="1225296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364992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00600" y="1197864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834640" y="1673352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4F8FB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944368" y="1728216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1755648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64992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00600" y="1728216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2834640" y="220370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4F8FB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944368" y="225856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2286000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364992" y="2295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800600" y="225856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834640" y="2734056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4F8FB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2944368" y="278892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88" y="2816352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364992" y="2825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800600" y="27889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5715000" y="1078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5715000" y="1389888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5824728" y="1490472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1517904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281928" y="1435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/api/properties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6281928" y="16733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tests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5715000" y="2048256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5824728" y="214884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2176272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281928" y="2093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/api/properties/:id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6281928" y="23317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5715000" y="2706624"/>
            <a:ext cx="3108960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5824728" y="2807208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448" y="2834640"/>
            <a:ext cx="274320" cy="27432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281928" y="2752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/api/properties/:id/openhouses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6281928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950" dirty="0"/>
          </a:p>
        </p:txBody>
      </p:sp>
      <p:sp>
        <p:nvSpPr>
          <p:cNvPr id="50" name="Shape 41"/>
          <p:cNvSpPr/>
          <p:nvPr/>
        </p:nvSpPr>
        <p:spPr>
          <a:xfrm>
            <a:off x="411480" y="3547872"/>
            <a:ext cx="8321040" cy="1325880"/>
          </a:xfrm>
          <a:prstGeom prst="roundRect">
            <a:avLst>
              <a:gd name="adj" fmla="val 6897"/>
            </a:avLst>
          </a:prstGeom>
          <a:solidFill>
            <a:srgbClr val="F4F8FB"/>
          </a:solidFill>
          <a:ln w="63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2"/>
          <p:cNvSpPr/>
          <p:nvPr/>
        </p:nvSpPr>
        <p:spPr>
          <a:xfrm>
            <a:off x="594360" y="3621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Tested</a:t>
            </a:r>
            <a:endParaRPr lang="en-US" sz="1200" dirty="0"/>
          </a:p>
        </p:txBody>
      </p:sp>
      <p:sp>
        <p:nvSpPr>
          <p:cNvPr id="52" name="Shape 43"/>
          <p:cNvSpPr/>
          <p:nvPr/>
        </p:nvSpPr>
        <p:spPr>
          <a:xfrm>
            <a:off x="502920" y="3877056"/>
            <a:ext cx="153619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0E8F2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502920" y="3877056"/>
            <a:ext cx="1536192" cy="8778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(limit, offset, price, beds, baths)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2167128" y="3877056"/>
            <a:ext cx="153619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0E8F2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2167128" y="3877056"/>
            <a:ext cx="1536192" cy="8778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logic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(city, zip, price range, beds, baths)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3831336" y="3877056"/>
            <a:ext cx="153619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0E8F2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3831336" y="3877056"/>
            <a:ext cx="1536192" cy="8778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order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(price, date, size, beds — ASC/DESC)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5495544" y="3877056"/>
            <a:ext cx="153619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0E8F2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5495544" y="3877056"/>
            <a:ext cx="1536192" cy="8778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(400, 404, 500 responses)</a:t>
            </a:r>
            <a:endParaRPr lang="en-US" sz="900" dirty="0"/>
          </a:p>
        </p:txBody>
      </p:sp>
      <p:sp>
        <p:nvSpPr>
          <p:cNvPr id="60" name="Shape 51"/>
          <p:cNvSpPr/>
          <p:nvPr/>
        </p:nvSpPr>
        <p:spPr>
          <a:xfrm>
            <a:off x="7159752" y="3877056"/>
            <a:ext cx="153619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9525">
            <a:solidFill>
              <a:srgbClr val="D0E8F2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7159752" y="3877056"/>
            <a:ext cx="1536192" cy="8778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(Jest mock for mysql2 pool)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Testing Coverage</dc:title>
  <dc:subject>PptxGenJS Presentation</dc:subject>
  <dc:creator>Xindi Chen</dc:creator>
  <cp:lastModifiedBy>Xindi Chen</cp:lastModifiedBy>
  <cp:revision>1</cp:revision>
  <dcterms:created xsi:type="dcterms:W3CDTF">2026-04-20T01:31:22Z</dcterms:created>
  <dcterms:modified xsi:type="dcterms:W3CDTF">2026-04-20T01:31:22Z</dcterms:modified>
</cp:coreProperties>
</file>