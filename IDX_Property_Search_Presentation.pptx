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7315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411480" y="2487168"/>
            <a:ext cx="256032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651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Property Search Application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11480" y="331012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31720" y="331012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3172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51960" y="331012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5196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3310128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Xindi Chen  ·  IDX Exchange Internship Program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15568"/>
            <a:ext cx="2606040" cy="822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15568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15568"/>
            <a:ext cx="2606040" cy="822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887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46120" y="19659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filters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sort options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115568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15568"/>
            <a:ext cx="2606040" cy="822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188720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80760" y="19659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modules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834640"/>
            <a:ext cx="8321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834640"/>
            <a:ext cx="82296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07792"/>
            <a:ext cx="79552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full-stack web app built during the IDX Exchange internship. It lets users browse, filter, and sort real estate listings pulled from a MySQL database, view property details and open house schedules, and save favorites — all without creating an account.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74336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  ·  Xindi Chen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powering the application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435608"/>
            <a:ext cx="685800" cy="685800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4533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31673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17320" y="17099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with React Router v6, component-based UI, hooks for state &amp; side-effects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115568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82312" y="1435608"/>
            <a:ext cx="685800" cy="685800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45336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31673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623560" y="17099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CORS middleware, request logging, environment-based config via dotenv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1480" y="2898648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6072" y="3218688"/>
            <a:ext cx="685800" cy="685800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28416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0998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17320" y="349300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connection pool, parameterized queries to prevent SQL injection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17720" y="2898648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82312" y="3218688"/>
            <a:ext cx="685800" cy="685800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328416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30998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623560" y="349300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MySQL at 3307:3306, consistent env for all developers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74320" y="4974336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  ·  Xindi Chen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2024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356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371600"/>
            <a:ext cx="192024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37160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4356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Server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23160" y="2304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proxy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371600"/>
            <a:ext cx="192024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37160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4356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2304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1371600"/>
            <a:ext cx="192024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137160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43560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2304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3307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2103120"/>
            <a:ext cx="1371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103120"/>
            <a:ext cx="1371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103120"/>
            <a:ext cx="1371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063240"/>
            <a:ext cx="64008" cy="1737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40156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 fetch via /api/* proxy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config in frontend/package.json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router handles all /api/properties routes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connection pool (10 connections)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063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063240"/>
            <a:ext cx="64008" cy="1737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Tooling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40156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state: useState + useEffect hooks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useFavorites hook persists to localStorage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on every API endpoint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automates install / start / stop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74336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  ·  Xindi Chen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can 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46304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63624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716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1728216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ZIP, price range,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beds, baths — real-time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11556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64992" y="146304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563624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13716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Results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160520" y="1728216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 page, smart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 display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111556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45352" y="146304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563624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0880" y="13716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040880" y="1728216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listing, photo,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&amp; description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289864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" y="324612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346704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3154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Order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280160" y="3511296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date, sqft,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 — ASC or DESC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0" y="289864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64992" y="324612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3346704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160520" y="3154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Houses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160520" y="3511296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fetched per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 parallel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80760" y="289864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45352" y="324612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346704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40880" y="3154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7040880" y="3511296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in localStorage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login required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274320" y="4974336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  ·  Xindi Chen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coverage with Jest + React Testing Library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377440" cy="3566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37744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325880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99339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365760" y="2816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760" y="32186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· Branches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· Lines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39776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13 suites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017520" y="117043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covered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017520" y="1600200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17520" y="1600200"/>
            <a:ext cx="54864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82112" y="16184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0" y="16184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client.test.js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017520" y="2139696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17520" y="2139696"/>
            <a:ext cx="54864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82112" y="21579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 &amp; mapper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0" y="215798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PhotoUtils / propertyMapper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017520" y="2679192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17520" y="2679192"/>
            <a:ext cx="54864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82112" y="26974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useFavorites hook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0" y="26974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hooks/useFavorites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017520" y="3218688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017520" y="3218688"/>
            <a:ext cx="54864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82112" y="32369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486400" y="323697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/ PropertyCard / Filters / ErrorBoundary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017520" y="3758184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017520" y="3758184"/>
            <a:ext cx="54864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182112" y="37764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486400" y="377647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ListingsPage / PropertyDetailPage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017520" y="4297680"/>
            <a:ext cx="5669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017520" y="4297680"/>
            <a:ext cx="54864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82112" y="43159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routing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486400" y="431596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App.test.js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4974336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  ·  Xindi Chen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encountered and how they were resolved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207008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307592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1704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port conflict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41648" y="1517904"/>
            <a:ext cx="34747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34840" y="1161288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3306 was occupied by a previous MySQL instance. Remapped to 3307:3306 and updated DB_PORT in .env.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41648" y="1115568"/>
            <a:ext cx="0" cy="804672"/>
          </a:xfrm>
          <a:prstGeom prst="line">
            <a:avLst/>
          </a:prstGeom>
          <a:noFill/>
          <a:ln w="12700">
            <a:solidFill>
              <a:srgbClr val="DA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048256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" y="2139696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240280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21031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peer dependency errors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041648" y="2450592"/>
            <a:ext cx="34747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34840" y="2093976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react-scripts 5 expects React 18. Used --legacy-peer-deps to bypass the peer check without downgrading.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041648" y="2048256"/>
            <a:ext cx="0" cy="804672"/>
          </a:xfrm>
          <a:prstGeom prst="line">
            <a:avLst/>
          </a:prstGeom>
          <a:noFill/>
          <a:ln w="12700">
            <a:solidFill>
              <a:srgbClr val="DA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2980944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38912" y="3072384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172968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70432" y="30358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Dead-code branch coverage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041648" y="3383280"/>
            <a:ext cx="34747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34840" y="3026664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Pagination's disabled-button guards and PropertyDetailPage's null-guard are unreachable via UI. Added /* istanbul ignore */ with explanatory comments.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041648" y="2980944"/>
            <a:ext cx="0" cy="804672"/>
          </a:xfrm>
          <a:prstGeom prst="line">
            <a:avLst/>
          </a:prstGeom>
          <a:noFill/>
          <a:ln w="12700">
            <a:solidFill>
              <a:srgbClr val="DA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65760" y="3913632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38912" y="4005072"/>
            <a:ext cx="621792" cy="6217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4105656"/>
            <a:ext cx="420624" cy="4206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70432" y="396849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import in Jest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041648" y="4315968"/>
            <a:ext cx="34747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434840" y="3959352"/>
            <a:ext cx="4251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reportWebVitals uses import('web-vitals') which doesn't resolve in jsdom. Excluded via collectCoverageFrom; behavioral branches still tested.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041648" y="3913632"/>
            <a:ext cx="0" cy="804672"/>
          </a:xfrm>
          <a:prstGeom prst="line">
            <a:avLst/>
          </a:prstGeom>
          <a:noFill/>
          <a:ln w="12700">
            <a:solidFill>
              <a:srgbClr val="DA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74320" y="4974336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  ·  Xindi Chen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0690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417320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517904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312" y="12984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53312" y="1682496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a React frontend through a proxy to an Express API and a Dockerized DB — each layer has its own config requirements.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115568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115568"/>
            <a:ext cx="40690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28032" y="1417320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517904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50992" y="12984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Thinking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50992" y="1682496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Achieving 100% branch coverage forced me to think about every code path — including dead branches — and write better defensive code.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926080"/>
            <a:ext cx="40690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0352" y="3227832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328416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53312" y="31089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Isolation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353312" y="34930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eliminates 'works on my machine' problems. Port mapping, .env files, and Makefile scripts make onboarding reproducible.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292608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663440" y="2926080"/>
            <a:ext cx="40690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28032" y="3227832"/>
            <a:ext cx="658368" cy="65836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328416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50992" y="31089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API Design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650992" y="34930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pagination, sorting, and filtering on the backend taught me how query param validation and SQL injection prevention work in practice.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74320" y="4974336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  ·  Xindi Chen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46304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563624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3502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80160" y="173736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Login/signup so favorites and saved searches are stored server-side, not just in localStorage.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11556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64992" y="146304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563624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0520" y="133502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160520" y="173736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Map-based search, polygon filtering, school district lookup, and walk score integration.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11556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45352" y="146304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563624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0880" y="133502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Galleries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040880" y="173736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photo carousel on property detail pages with lazy loading for performance.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20040" y="289864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" y="324612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346704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311810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Redesign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280160" y="352044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optimized for phones; touch-friendly filters and swipe navigation.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289864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64992" y="324612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3346704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160520" y="311810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160520" y="352044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or polling to surface new listings and price changes without a page refresh.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80760" y="289864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45352" y="3246120"/>
            <a:ext cx="658368" cy="658368"/>
          </a:xfrm>
          <a:prstGeom prst="ellipse">
            <a:avLst/>
          </a:prstGeom>
          <a:solidFill>
            <a:srgbClr val="EAF4F8"/>
          </a:solidFill>
          <a:ln w="12700">
            <a:solidFill>
              <a:srgbClr val="DAE8F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346704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40880" y="311810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7040880" y="3520440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 to run tests, check coverage, and auto-deploy on merge to main.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274320" y="4974336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Property Search  ·  Xindi Chen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502920" y="2258568"/>
            <a:ext cx="2286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23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3090672"/>
            <a:ext cx="4754880" cy="73152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0040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CSUSC-CChen / idx-property-search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1605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Xindi Chen  ·  IDX Exchange Internship Program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IDX Property Search — Final Presentation</dc:title>
  <dc:subject>PptxGenJS Presentation</dc:subject>
  <dc:creator>Xindi Chen</dc:creator>
  <cp:lastModifiedBy>Xindi Chen</cp:lastModifiedBy>
  <cp:revision>1</cp:revision>
  <dcterms:created xsi:type="dcterms:W3CDTF">2026-04-19T22:27:41Z</dcterms:created>
  <dcterms:modified xsi:type="dcterms:W3CDTF">2026-04-19T22:27:41Z</dcterms:modified>
</cp:coreProperties>
</file>